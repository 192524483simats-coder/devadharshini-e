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58" r:id="rId5"/>
    <p:sldId id="259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4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3DCB6-09A6-EC97-1767-684DF72EA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A9B989-CE32-40F0-980C-039F80037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93537-AC13-67D4-9177-8FA1F1BF1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2B0D7-CF7A-9EC2-3DAD-877E00AF2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BE300-1AFA-D2E2-3FE0-90D0F691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55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8125-3C60-1299-6112-33DE8F9E0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84CB1-9E42-E6E2-BAC5-40AA07C29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0B37E-19CB-2B20-3F07-295BA0C46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2F0FC-AF56-2439-8003-8D32F413E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7F021-20A0-B882-04D1-061DCE5D4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13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E24F7-504B-5ED6-34E8-0C2923DB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2C802-8D5A-9839-C91A-89B769584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E7A-F58B-9CBB-E7EC-12618B39E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17098-63D5-E291-8B6E-07D0A3AA3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2E47E-72BA-96A1-C54E-B56DC2DE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684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808E-CF69-0DF7-4994-E9FB34DD1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B74CE-6246-A232-BA56-298EE8E0CF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3D9B0-3E49-6923-81B5-4290C3FC0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F3D34-CFC7-B9A6-BCA1-BFC55BD3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1BC35-A871-D0A0-8A19-2D4BB82C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51F25-556A-92AA-540D-A467DDD7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60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6906-A01A-9FBC-CBAF-2A3E8C384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A1E0A-60D8-08D9-F59E-C814A9F66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AA370D-47BE-DC12-1EEA-D9B2952AE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CC1C4E-3F57-0DE1-E11F-62E1DB5937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04406-F36D-F2D3-2EAB-4F25186001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E5CA73-FF9C-D4ED-F379-1499FE2CD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79BF8A-7B44-2DEC-2747-3F14F1EFA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C5C41A-5F7C-248A-8E78-1A611B668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607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CA70-0BE7-16BC-5D91-C55FF721A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6D9FA6-8B1F-F10F-C58D-1020FA13E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4A48F-90A1-260E-BA68-A68A35D67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8DC8B1-D29A-43AE-D92A-38DC02BA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763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271B10-BE52-1CA9-595B-3BC9C54F8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AA043-4188-FFAE-84B3-5A971C44E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0055C-7CC7-63E9-C768-C40F527C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04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8D841-B016-AB25-FA39-7E15BC8AF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5CB15-875C-D64D-51B2-6673930B4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6630ED-C05D-1641-B739-3D6320B18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E65B8-9B1A-8001-F489-F2B56F532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73C56-2103-589C-237C-5F6B09397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EC213-72AD-2DCB-E7D7-7DD3885A8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9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69866-7303-B20A-80F1-48E0D19F8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45977-E89B-DB06-449E-6567B44859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7C1E46-157C-1C39-E5E7-2CAA06269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66474-DF80-1332-83C2-CB386CE9D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740A57-1399-27ED-9A0E-4B2EC3663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48C20-9204-E4B9-1D24-E9CB8DB53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70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C9495-D520-C276-6021-84B3D4AD6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78777-E5A3-B477-A161-D62F58055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E2967-832F-D24B-25E4-99E604B13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0BE80-A1E3-3A15-7E37-152C45430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2A278-1847-891C-F33D-DA298A5FD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485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7F6592-B7DB-5C43-0529-CD781E84FD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AB7E9-B160-237A-A144-23E1A6D8B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0E8E2-D1FB-E5D6-87F9-74A3DD9F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D173E-4786-44C8-8E9D-B52CC1421896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0CA0B-15F6-9896-E2E7-B0CC15B9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10DD0-142D-6075-24DD-6A706478B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606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D0D533-1627-5C5E-14B3-E5A0B5260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60-27FE-03CD-3AF9-77E42C75A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02153-89F6-A4FA-7EE8-F28458EB33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D173E-4786-44C8-8E9D-B52CC1421896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A01C6-F753-4F93-9EAC-A037A26E3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58F06-BCA2-BBC9-20F9-BB977E3F3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2A865-6562-4186-B896-4BB02C5474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57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2EB11-873F-4BE9-A465-52004A6FFB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43" y="2266653"/>
            <a:ext cx="11059886" cy="1290629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Digital Diary with Date-Time and File Input</a:t>
            </a:r>
            <a:r>
              <a:rPr lang="en-US" dirty="0"/>
              <a:t>​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4DDFB-0F6D-6681-3413-54AC07CC1521}"/>
              </a:ext>
            </a:extLst>
          </p:cNvPr>
          <p:cNvSpPr txBox="1"/>
          <p:nvPr/>
        </p:nvSpPr>
        <p:spPr>
          <a:xfrm>
            <a:off x="2190115" y="3606881"/>
            <a:ext cx="8407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 0851 PYTHON PROGRAMMING FOR HEALTHCARE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7E91B-2267-2035-39FA-2F4D3D6A0D0F}"/>
              </a:ext>
            </a:extLst>
          </p:cNvPr>
          <p:cNvSpPr txBox="1"/>
          <p:nvPr/>
        </p:nvSpPr>
        <p:spPr>
          <a:xfrm>
            <a:off x="2537921" y="1477578"/>
            <a:ext cx="67232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CAPSTONE PROJECT PRESENTATION ON </a:t>
            </a:r>
          </a:p>
        </p:txBody>
      </p:sp>
      <p:pic>
        <p:nvPicPr>
          <p:cNvPr id="6" name="Picture 2" descr="Saveetha Institute of Medical and Technical Sciences ...">
            <a:extLst>
              <a:ext uri="{FF2B5EF4-FFF2-40B4-BE49-F238E27FC236}">
                <a16:creationId xmlns:a16="http://schemas.microsoft.com/office/drawing/2014/main" id="{CF9CC5BD-6B5C-B213-14F9-69B4D50B9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617"/>
            <a:ext cx="12191999" cy="10322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4CC9D6-7B1E-E4C1-ECDB-AE4D1B7E9A80}"/>
              </a:ext>
            </a:extLst>
          </p:cNvPr>
          <p:cNvSpPr txBox="1"/>
          <p:nvPr/>
        </p:nvSpPr>
        <p:spPr>
          <a:xfrm>
            <a:off x="6669334" y="4453209"/>
            <a:ext cx="45624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PRESESNTED BY: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Devadharshini E-[192524483]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Magesh S-[192524002]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F10840-D7D6-E3AD-B4AC-4C5C46EDFEE5}"/>
              </a:ext>
            </a:extLst>
          </p:cNvPr>
          <p:cNvSpPr txBox="1"/>
          <p:nvPr/>
        </p:nvSpPr>
        <p:spPr>
          <a:xfrm>
            <a:off x="466516" y="4453209"/>
            <a:ext cx="29968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G. AYYAPPAN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U. ARUL</a:t>
            </a:r>
          </a:p>
        </p:txBody>
      </p:sp>
    </p:spTree>
    <p:extLst>
      <p:ext uri="{BB962C8B-B14F-4D97-AF65-F5344CB8AC3E}">
        <p14:creationId xmlns:p14="http://schemas.microsoft.com/office/powerpoint/2010/main" val="972332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D1ABD-264E-0167-967B-652AA1068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BF9E21-33FC-7575-81D8-655BE89669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00692"/>
            <a:ext cx="290816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6EE6B4-49D1-411D-3A29-F0CF5E50A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E22D39-FE5F-6832-0110-51E572784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24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85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F5C4B-676D-5C2C-82D3-C71991F55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REVEIW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E2FEE00-2407-BC07-8BB7-6BD1EA9059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5690495"/>
              </p:ext>
            </p:extLst>
          </p:nvPr>
        </p:nvGraphicFramePr>
        <p:xfrm>
          <a:off x="0" y="1825625"/>
          <a:ext cx="12192000" cy="51412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50877165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4683629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61521568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59031087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11967514"/>
                    </a:ext>
                  </a:extLst>
                </a:gridCol>
              </a:tblGrid>
              <a:tr h="462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S.No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Author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Study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 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Relevance to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409819"/>
                  </a:ext>
                </a:extLst>
              </a:tr>
              <a:tr h="1141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Shaffer et al.,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Online Sleep Diaries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Proper system design &amp; data management important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Supports structured digital diary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582891"/>
                  </a:ext>
                </a:extLst>
              </a:tr>
              <a:tr h="798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Basir et al.,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Digital Recordkeeping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Digital records more accurate than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Justifies digital diary instead of manual diary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8730740"/>
                  </a:ext>
                </a:extLst>
              </a:tr>
              <a:tr h="1141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Tiwari et al.,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Date-Time Bugs in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Time handling errors are common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Shows importance of correct date-time logging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624850"/>
                  </a:ext>
                </a:extLst>
              </a:tr>
              <a:tr h="798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Kamo et al.,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Wearable Digital Diary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Reliable time-based data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Supports automatic timestamp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3369131"/>
                  </a:ext>
                </a:extLst>
              </a:tr>
              <a:tr h="798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Alcaire et al.,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Digital Diary Apps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experience capture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Validates usefulness of diary application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45116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9D92AEE-868E-5F66-C2A3-7B6E35C1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778215-8FAF-B581-3D89-7B62CA4F6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24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416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258A8-DA1D-63B7-98CC-9978A9122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670"/>
            <a:ext cx="10515600" cy="69691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D17BB-6739-8368-1367-67E61EFE5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20" y="1278000"/>
            <a:ext cx="10949909" cy="454585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Daily Digital Diary with Date-Time and File Input is a digital application designed to record daily activities in an organized and secure manner.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replaces the traditional handwritten diary with a modern digital solution.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users to write daily entries, automatically captures the current date and time, and supports uploading files such as images and documents.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daily record management more efficient, structured, and easily accessible.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9FCBFD-44B7-32F6-7082-F81258E29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450" y="34519"/>
            <a:ext cx="927100" cy="8221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E21D29-D977-112F-FF2C-C975D042E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3500" y="-15129"/>
            <a:ext cx="698500" cy="82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005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439A7-7A65-555F-D5D0-751AF9B8A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411"/>
            <a:ext cx="10515600" cy="79830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2A8145-D998-1654-CD47-E7DFFDD3F1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324858"/>
            <a:ext cx="11734800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develop a simple and user-friendly digital diary system.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aims to enable users to write and store daily entries digitally.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records date and time to maintain chronological order.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allows file attachments for better documentation.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goal is to provide secure, organized, and efficient record management.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CA8E1-F61A-78A6-4400-6FA60F0B3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69BB45-4548-9C42-679C-3CCCCCF13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24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8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2A7FF-2092-D1D7-8F35-AD6A289A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53C8B1-22C6-3B23-6998-02FEAACA1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A6CF7A-FC98-7608-CFA6-650AA839D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506FBB-17E2-B932-95A2-AEDF172C96A3}"/>
              </a:ext>
            </a:extLst>
          </p:cNvPr>
          <p:cNvSpPr txBox="1"/>
          <p:nvPr/>
        </p:nvSpPr>
        <p:spPr>
          <a:xfrm>
            <a:off x="838200" y="5660573"/>
            <a:ext cx="11186960" cy="926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dirty="0"/>
              <a:t> user enters the diary through a user-friendly GUI, the system securely captures the input, automatically records the current date and time, and stores the entry permanently in a text file for future reference.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874CF47-4D32-0A9C-5665-D0C35B5322C5}"/>
              </a:ext>
            </a:extLst>
          </p:cNvPr>
          <p:cNvSpPr/>
          <p:nvPr/>
        </p:nvSpPr>
        <p:spPr>
          <a:xfrm>
            <a:off x="395663" y="5811521"/>
            <a:ext cx="499514" cy="3062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A3A4DA-D4C5-9C6E-3347-A2C3B8FF01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231" y="1186542"/>
            <a:ext cx="2791215" cy="448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59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A99C2-E9B4-FFD4-B089-AB898B8D6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828" y="207960"/>
            <a:ext cx="10515600" cy="73433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2F7F7-6662-9AC1-BEA7-69C5E1816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8" y="1534885"/>
            <a:ext cx="11157858" cy="55843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divided into two main modules: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Input Interface and User Entry Capture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File Handling and Date-Time Management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module performs specific functions to ensure smooth working of the system.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983E4A-7538-F309-F0FC-F409ED475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5A65EA-AE95-3654-C3CE-7CD02C52C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72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132DE-00A2-8652-577A-CF3AA1CF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0"/>
            <a:ext cx="992505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INPUT INTERFACE AND USER ENTRY CAPTURE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138BF4-9953-A9C7-2460-2C933F0CA8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3028" y="1690687"/>
            <a:ext cx="11440885" cy="4539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focuses on user interaction with the system.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simple interface where users can write their daily notes or activities.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ensures that the entered data is properly validated before saving.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save, view, edit, or delete their entries.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plays a major role in capturing and managing user input efficiently.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7A44E-BE01-7291-CF2E-090C042E3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997098-068F-5C3D-D6F9-811AFB6D5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77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D974-41D4-828C-6F47-0EF369D5E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5574"/>
            <a:ext cx="10515600" cy="836612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38761-8269-6317-17AD-A7E8F70B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C03AF-1F34-87F9-8257-1640BF895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367DD3-583C-A303-9BB4-5E487EEFF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486" y="1208314"/>
            <a:ext cx="9176657" cy="463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27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4A332-29CA-1798-D214-A68445F4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6100" y="0"/>
            <a:ext cx="94107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FILE HANDLING AND DATE-TIME MANAGEMENT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E795FF-B27F-966F-AB88-7167E9D357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1" y="1236112"/>
            <a:ext cx="11800114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manages backend operations of the system.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a user saves an entry, the system automatically captures the current date and time.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that each entry is stored with a proper timestamp.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module also allows users to upload files such as images, PDFs, or documents.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files are stored securely and linked with the respective diary entry.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in maintaining structured and organized records.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9BEF3-E50A-B63A-E7D6-416CA55A0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506793-7B93-7571-97D2-EF28D2BFE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18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F80DC-4AC5-313C-BDA3-201C9E13D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1375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9922BA-BA5C-816B-0070-B419FBF5A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C04F42-1E4B-6F46-101D-BBD972EFA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080C221-3D51-0C9B-9D40-CC176B4907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27270" y="1850571"/>
            <a:ext cx="10332976" cy="346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52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D722-9924-8059-649B-BD3A02DCA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5361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BEA54-B407-FC50-796E-DE4179997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8" y="1477283"/>
            <a:ext cx="10765972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the use of paper and supports eco-friendly record keeping.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automatic date and time tracking for better organization.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attachment support makes documentation more complete.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securely and can be accessed easily.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improves efficiency compared to traditional diaries.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849E3-7F49-6E41-04FA-CC27B9EC4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BAA0C5-E925-218F-79B2-1DB31DF64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824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BB167-7A9A-0868-95B6-05AF027D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7761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DADCC-A73A-67CF-688C-B2941830F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354" y="1785256"/>
            <a:ext cx="9710272" cy="3559629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system can be used as a personal daily journal.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used by students to record academic activities.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in offices for maintaining daily work logs.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also be used for project documentation and record keeping.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5B6F8-9BD0-91F8-08DA-F21DB7FDF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16AAEB-2477-E708-AC4E-CE5C90E0D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287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88A09-C47C-3FF3-3C7C-2BE9BAC01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381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3AB6-4085-1ACA-58D1-ABDC7B000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990" y="1542596"/>
            <a:ext cx="11256896" cy="483643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future, the system can be enhanced by adding user login authentication.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integration can be implemented for remote access.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options can be added for easy retrieval.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mobile application version can also be developed.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features like reminders and AI-based analysis can be introduced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88422F-3D96-AF7B-7DF3-6965BA784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783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381739-A951-51FB-E9D4-F28927897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62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AB784-2D3E-7A4A-9659-02E7F8EB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230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F1B1C-20C3-023F-CD83-6467FFAA8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12" y="1839686"/>
            <a:ext cx="10954587" cy="437605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Daily Digital Diary with Date-Time and File Input is a simple yet effective digital record management system.</a:t>
            </a:r>
          </a:p>
          <a:p>
            <a:pPr>
              <a:lnSpc>
                <a:spcPct val="150000"/>
              </a:lnSpc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easy entry capture, automatic timestamp storage, and secure file management.</a:t>
            </a:r>
          </a:p>
          <a:p>
            <a:pPr>
              <a:lnSpc>
                <a:spcPct val="150000"/>
              </a:lnSpc>
            </a:pP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organization, accessibility, and efficiency.</a:t>
            </a:r>
            <a:b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further enhancements, it can be developed into a complete smart diary application.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020478-388A-9FB6-2F7A-33658341F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483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20B464-6DB5-1DB0-5873-5BC06BE65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444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30869-7AB1-64A0-582A-55B6B2FD6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131C0-37D7-F234-1D72-C5102EE5D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Shaffer, K.M., Daniel, K.E., Frederick, C., Buysse, D.J., Morin, C.M. and Ritterband, L.M., 2023. Online sleep diaries: considerations for system development and recommendations for data management. Sleep, 46(10), p.zsad199.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Basir, Md Samiul, Dennis Buckmaster, Ankita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Raturi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Yaguang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Zhang. "From pen and paper to digital precision: a comprehensive review of on-farm recordkeeping." Precision Agriculture 25, no. 5 (2024): 2643-2682.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Tiwari, Shrey, Serena Chen, Alexander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Joukov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Peter Vandervelde, Ao Li, and Rohan Padhye. "It’s about time: An empirical study of date and time bugs in open-source Python software." In 2025 IEEE/ACM 22nd International Conference on Mining Software Repositories (MSR), pp. 39-51. IEEE, 2025.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Kamo et al. (2024) developed a wearable-based 24-hour digital diary to monitor physiological and activity data in Parkinson’s patients, showing how digital diaries can reliably collect continuous time-indexed information.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Alcaire et al. (2024) examined how digital diary apps capture user experiences, focusing on app-based diary collection and the qualitative richness of digital entries.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85FC4-39F6-D398-FE79-6A57AB83B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483"/>
            <a:ext cx="1219354" cy="10813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ACD8B-5E6E-087E-91DD-F649389B6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4046" y="-15129"/>
            <a:ext cx="917954" cy="108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715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7891B9-53E6-D93E-FE8D-009BFFD5D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1185" y="711070"/>
            <a:ext cx="7355301" cy="505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97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1015</Words>
  <Application>Microsoft Office PowerPoint</Application>
  <PresentationFormat>Widescreen</PresentationFormat>
  <Paragraphs>109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Office Theme</vt:lpstr>
      <vt:lpstr>Daily Digital Diary with Date-Time and File Input​</vt:lpstr>
      <vt:lpstr>AGENDA</vt:lpstr>
      <vt:lpstr>LITERATURE REVEIW</vt:lpstr>
      <vt:lpstr>INTRODUCTION</vt:lpstr>
      <vt:lpstr>OBJECTIVES</vt:lpstr>
      <vt:lpstr>ARCHITECTURE DIAGRAM</vt:lpstr>
      <vt:lpstr>MODULES OVERVIEW</vt:lpstr>
      <vt:lpstr>MODULE 1 – INPUT INTERFACE AND USER ENTRY CAPTURE</vt:lpstr>
      <vt:lpstr>MODULE 1 OUTPUT</vt:lpstr>
      <vt:lpstr>MODULE 2 – FILE HANDLING AND DATE-TIME MANAGEMENT</vt:lpstr>
      <vt:lpstr>MODULE 2 OUTPUT</vt:lpstr>
      <vt:lpstr>ADVANTAGES</vt:lpstr>
      <vt:lpstr>APPLICATIONS</vt:lpstr>
      <vt:lpstr>FUTURE SCOPE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OPERATIONS TOOLKIT USING FUNCTIONS AND ERROR HANDLING</dc:title>
  <dc:creator>Arathana Bramaiya</dc:creator>
  <cp:lastModifiedBy>devadharshini dharshini</cp:lastModifiedBy>
  <cp:revision>10</cp:revision>
  <dcterms:created xsi:type="dcterms:W3CDTF">2026-02-21T14:01:17Z</dcterms:created>
  <dcterms:modified xsi:type="dcterms:W3CDTF">2026-03-02T08:06:20Z</dcterms:modified>
</cp:coreProperties>
</file>